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FD39-48BD-43E2-84D7-0246DDCCE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54F64-1C8C-41F7-AE29-BBD09EBD6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724B8-9859-4D66-A54F-F3ECFA7D3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EB8C9-FFF3-414F-866B-0328B89F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9B05C-7F47-4D73-B87F-9335955E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49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0233-592D-46E5-BF29-8F6D2B8E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E759D-7C5C-4137-900D-547FC78E2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DFF49-6004-4D1D-BDED-14BA5949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10D94-438D-4B0D-A52E-2F57DF6EC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4381D-7647-4AA8-92E5-A2BC72C5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929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5A37A-815B-42B9-87F8-BFC8117B8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F954C-8CD8-4B02-BDC9-024447FE3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084D1-1899-411E-B55D-774FFCA6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963FA-3F59-4086-8018-B70DABB9C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6197A-F9BE-418A-B7CF-BBFF90817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116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77F1B-017C-4962-8A93-9A88A261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2CDFC-C75D-4A0E-9303-DE76FB89F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47707-C467-4069-89BF-87EDBCA74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E2548-DC74-4445-A20D-BE66BD2E8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A9DFA-ABC3-43F6-B4C9-A21BD4BA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16B4B-C15F-446E-98FD-161A06AA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575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4BA2-613E-4997-AEC5-582FD7B7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C2987-A158-4F46-83AF-0D5A92AAD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AE4ED-B116-4E96-BC56-9D242A9B1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51CFDE-80BB-4861-88AB-682EF9FC1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8375E-1A58-4FA7-802A-55C0A58B2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F64321-58EF-4B56-A95E-C615A64BE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3E594-3F13-4F95-89A9-87ACE7CA5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4C3C6D-63A0-4998-8722-7FD07BAF4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41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84C4-60E3-423A-A172-C3680CDF6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16782-0020-42E6-9AFB-8C43F4D1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6C4C2-999E-4E09-8271-B28B299D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7CF7B-D119-4E96-A414-25C545F1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05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48E5-80FF-42D9-A5B0-2F3ACF0A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996A7-1BE0-48AA-91D1-61C9BDDDB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137CF-055F-4FB7-AA7A-07E46E70E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600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051CD-A518-4918-AD36-18ED1F17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7CD79-FB9A-4340-AC50-623F4270A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D1317-A5F8-4486-8568-AB2AAD4E1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0EDC3-F996-405F-AF1F-78DEC9D9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4F15C-1FD7-4013-8E85-A90E85E5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E7CEE-1E28-4CDE-B8D1-8CC1BB1B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20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80EF7-DB00-4644-9390-CAA7845FD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4730FC-201B-4537-B853-96C126B90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2D721-FBCE-4CBE-8877-4937FD0C5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03714-3D39-41B3-A90A-45E8E7DC4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8A2E8-8F2A-4973-8DC1-10076825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D3A17-FC37-40E2-AB8A-86BFC6B7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83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66522-BD66-4E87-B838-5BFA36FF4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70425-EAAD-438A-A175-773DCFDF6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8DD46-F83B-4C8F-BADD-1CFC763B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F9533-7400-4927-8304-5DF80685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2F1B5-F9ED-45F0-AD9E-82A79CD9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00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A969EB-8BC2-4F88-BC1F-7D041DAFE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E750C-E9EE-4BF9-B7D5-51A87475F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6E75F-DCFB-4E57-BD0C-4049A438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56349-AB16-469F-8761-6BEF9B3A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1C946-C92C-458A-84EE-DA409511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30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6464AD-E490-44A0-94C8-6C4F45D9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AFC2D-2E72-4817-8549-8154B1BFC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14A03-8BD1-4A53-A7B1-F0CEAEB7F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31DD3-8DCA-45FB-9624-00C7BE074333}" type="datetimeFigureOut">
              <a:rPr lang="en-IN" smtClean="0"/>
              <a:t>29-10-2023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F279E-3DBD-4B2E-98D3-DE02ABE6C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EB5AB-1BDD-40F0-B053-28EBA1729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F6964-7638-4415-9BB3-D526E9472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73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14328-5034-4C20-9D29-D9A9EB17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F8323-224F-48F8-A65A-673BD38D79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CE90D6-95D2-4281-A9E4-8F2C53BF85FC}"/>
              </a:ext>
            </a:extLst>
          </p:cNvPr>
          <p:cNvSpPr/>
          <p:nvPr/>
        </p:nvSpPr>
        <p:spPr>
          <a:xfrm>
            <a:off x="242656" y="135358"/>
            <a:ext cx="118132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1. Write a simple program in HTML that displays the heading "HTML defines the content and structure of your</a:t>
            </a:r>
          </a:p>
          <a:p>
            <a:r>
              <a:rPr lang="en-US" dirty="0"/>
              <a:t>website” on the web browser.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40E7D9-6327-4CDB-8218-7F61D9D0A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56" y="873764"/>
            <a:ext cx="8086725" cy="340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66BC0B-115B-4118-A0D7-8C6D13CA4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73" y="4373562"/>
            <a:ext cx="703897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2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F2C2-BD08-406B-B552-6E2AC1ABE0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824E3-D325-49CD-8D87-DC2964B9A7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3D18C5-75F8-4CC0-AE15-E56FE9FC0520}"/>
              </a:ext>
            </a:extLst>
          </p:cNvPr>
          <p:cNvSpPr/>
          <p:nvPr/>
        </p:nvSpPr>
        <p:spPr>
          <a:xfrm>
            <a:off x="0" y="106958"/>
            <a:ext cx="133964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2. Explain the purpose of comments in HTML and provide an example of how to use comments in an HTML</a:t>
            </a:r>
          </a:p>
          <a:p>
            <a:r>
              <a:rPr lang="en-US" dirty="0"/>
              <a:t>document.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3B6897-CBFD-4F74-A813-A0BA47A6C0DE}"/>
              </a:ext>
            </a:extLst>
          </p:cNvPr>
          <p:cNvSpPr/>
          <p:nvPr/>
        </p:nvSpPr>
        <p:spPr>
          <a:xfrm>
            <a:off x="-1" y="1030288"/>
            <a:ext cx="115409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Comments in HTML serve as non-rendered text that provides information about the code for human readers.</a:t>
            </a:r>
          </a:p>
          <a:p>
            <a:r>
              <a:rPr lang="en-US" dirty="0"/>
              <a:t>They are useful for documenting your code, explaining its purpose, making notes, or temporarily disabling parts</a:t>
            </a:r>
          </a:p>
          <a:p>
            <a:r>
              <a:rPr lang="en-US" dirty="0"/>
              <a:t>of the code without deleting them. Comments are ignored by browsers and do not affect the rendering of the</a:t>
            </a:r>
          </a:p>
          <a:p>
            <a:r>
              <a:rPr lang="en-US" dirty="0"/>
              <a:t>webpage.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2A5D95-FB53-4172-8D9B-8C417557F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88" y="2314750"/>
            <a:ext cx="6223246" cy="44362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FBAF00-A276-4629-AE25-6CC714572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820" y="2349207"/>
            <a:ext cx="5335482" cy="40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14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76E5-E10D-44B9-8F1F-D833E8188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518D90-D974-4055-94F9-ECA896312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938" y="1465240"/>
            <a:ext cx="8753382" cy="4711723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CF8B0E-EF87-488F-8CB9-7BE67FE36205}"/>
              </a:ext>
            </a:extLst>
          </p:cNvPr>
          <p:cNvSpPr/>
          <p:nvPr/>
        </p:nvSpPr>
        <p:spPr>
          <a:xfrm>
            <a:off x="0" y="104576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3. Write an HTML program that includes a heading, a paragraph of text, a horizontal line, and a line break.</a:t>
            </a:r>
          </a:p>
          <a:p>
            <a:r>
              <a:rPr lang="en-IN" dirty="0"/>
              <a:t>Arrange these elements to create a simple web page layout.</a:t>
            </a:r>
          </a:p>
        </p:txBody>
      </p:sp>
    </p:spTree>
    <p:extLst>
      <p:ext uri="{BB962C8B-B14F-4D97-AF65-F5344CB8AC3E}">
        <p14:creationId xmlns:p14="http://schemas.microsoft.com/office/powerpoint/2010/main" val="995529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0BA423-AEED-4056-9127-F55E52A0DD8F}"/>
              </a:ext>
            </a:extLst>
          </p:cNvPr>
          <p:cNvSpPr/>
          <p:nvPr/>
        </p:nvSpPr>
        <p:spPr>
          <a:xfrm>
            <a:off x="126884" y="612559"/>
            <a:ext cx="1206511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Tag:</a:t>
            </a:r>
          </a:p>
          <a:p>
            <a:r>
              <a:rPr lang="en-US" dirty="0"/>
              <a:t>An HTML tag is a snippet of code enclosed within angle brackets ("&lt;" and "&gt;") that defines the purpose and</a:t>
            </a:r>
          </a:p>
          <a:p>
            <a:r>
              <a:rPr lang="en-US" dirty="0"/>
              <a:t>structure of a specific element on a webpage. Tags are used to instruct the web browser how to display the</a:t>
            </a:r>
          </a:p>
          <a:p>
            <a:r>
              <a:rPr lang="en-US" dirty="0"/>
              <a:t>content they enclose. Tags usually come in pairs: an opening tag and a closing tag, with the name of the</a:t>
            </a:r>
          </a:p>
          <a:p>
            <a:r>
              <a:rPr lang="en-US" dirty="0"/>
              <a:t>element enclosed within the tags.</a:t>
            </a:r>
          </a:p>
          <a:p>
            <a:r>
              <a:rPr lang="en-US" dirty="0"/>
              <a:t>Example of a Tag:</a:t>
            </a:r>
          </a:p>
          <a:p>
            <a:r>
              <a:rPr lang="en-US" dirty="0"/>
              <a:t>&lt;p&gt;paragraph tag&lt;/P&gt;</a:t>
            </a:r>
          </a:p>
          <a:p>
            <a:r>
              <a:rPr lang="en-US" dirty="0"/>
              <a:t>In this example, &lt;p&gt; is the opening tag, and &lt;/p&gt; is the closing tag. The content "This is a paragraph tag." is the</a:t>
            </a:r>
          </a:p>
          <a:p>
            <a:r>
              <a:rPr lang="en-US" dirty="0"/>
              <a:t>text within the paragraph element.</a:t>
            </a:r>
          </a:p>
          <a:p>
            <a:endParaRPr lang="en-US" dirty="0"/>
          </a:p>
          <a:p>
            <a:r>
              <a:rPr lang="en-US" dirty="0"/>
              <a:t>Element:</a:t>
            </a:r>
          </a:p>
          <a:p>
            <a:r>
              <a:rPr lang="en-US" dirty="0"/>
              <a:t>An HTML element is a complete unit that includes an opening tag, content, and a closing tag. It represents a</a:t>
            </a:r>
          </a:p>
          <a:p>
            <a:r>
              <a:rPr lang="en-US" dirty="0"/>
              <a:t>distinct part of a webpage's content or structure. Elements are composed of tags and the content enclosed</a:t>
            </a:r>
          </a:p>
          <a:p>
            <a:r>
              <a:rPr lang="en-US" dirty="0"/>
              <a:t>between those tags.</a:t>
            </a:r>
          </a:p>
          <a:p>
            <a:r>
              <a:rPr lang="en-US" dirty="0"/>
              <a:t>Assignment Solution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of an Element:</a:t>
            </a:r>
          </a:p>
          <a:p>
            <a:r>
              <a:rPr lang="en-US" dirty="0"/>
              <a:t>&lt;p&gt;this is </a:t>
            </a:r>
            <a:r>
              <a:rPr lang="en-US" dirty="0" err="1"/>
              <a:t>paragrapg</a:t>
            </a:r>
            <a:r>
              <a:rPr lang="en-US" dirty="0"/>
              <a:t> tag&lt;/p&gt;</a:t>
            </a:r>
          </a:p>
          <a:p>
            <a:r>
              <a:rPr lang="en-US" dirty="0"/>
              <a:t>In this example, &lt;p&gt; is the opening tag, "This is a paragraph element." is the content, and &lt;/p&gt; is the closing tag.</a:t>
            </a:r>
          </a:p>
          <a:p>
            <a:r>
              <a:rPr lang="en-US" dirty="0"/>
              <a:t>Together, they form the complete &lt;p&gt; element, representing a paragraph of text.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23BBBA-2B06-46D8-A7F3-00BD81D48C88}"/>
              </a:ext>
            </a:extLst>
          </p:cNvPr>
          <p:cNvSpPr/>
          <p:nvPr/>
        </p:nvSpPr>
        <p:spPr>
          <a:xfrm>
            <a:off x="126885" y="128272"/>
            <a:ext cx="5688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4. Write a short note on Tag and element with an example.</a:t>
            </a:r>
          </a:p>
        </p:txBody>
      </p:sp>
    </p:spTree>
    <p:extLst>
      <p:ext uri="{BB962C8B-B14F-4D97-AF65-F5344CB8AC3E}">
        <p14:creationId xmlns:p14="http://schemas.microsoft.com/office/powerpoint/2010/main" val="64211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C2BC59-2F0C-41C5-A793-121E3CD8DEDF}"/>
              </a:ext>
            </a:extLst>
          </p:cNvPr>
          <p:cNvSpPr/>
          <p:nvPr/>
        </p:nvSpPr>
        <p:spPr>
          <a:xfrm>
            <a:off x="0" y="79899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5. What is the DOCTYPE Declaration in HTML?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The DOCTYPE declaration in HTML is a special instruction placed at the beginning of an HTML document to</a:t>
            </a:r>
          </a:p>
          <a:p>
            <a:r>
              <a:rPr lang="en-US" sz="3200" dirty="0"/>
              <a:t>specify the version of HTML being used. It ensures proper rendering and parsing by web browsers. The most</a:t>
            </a:r>
          </a:p>
          <a:p>
            <a:r>
              <a:rPr lang="en-US" sz="3200" dirty="0"/>
              <a:t>common declaration, &lt;!DOCTYPE html&gt;, indicates the use of HTML5, the latest version of HTML.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98325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462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2023-10-29T13:11:22Z</dcterms:created>
  <dcterms:modified xsi:type="dcterms:W3CDTF">2023-10-29T13:59:47Z</dcterms:modified>
</cp:coreProperties>
</file>